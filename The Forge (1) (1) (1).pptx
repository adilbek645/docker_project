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Open Sans Bold" panose="020B0806030504020204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7C5B1-31BE-4BD6-99B3-A146829740CC}" v="8" dt="2026-07-14T11:03:26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1928" y="0"/>
            <a:ext cx="3066933" cy="10287000"/>
            <a:chOff x="0" y="0"/>
            <a:chExt cx="812800" cy="2726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26265"/>
            </a:xfrm>
            <a:custGeom>
              <a:avLst/>
              <a:gdLst/>
              <a:ahLst/>
              <a:cxnLst/>
              <a:rect l="l" t="t" r="r" b="b"/>
              <a:pathLst>
                <a:path w="812800" h="2726265">
                  <a:moveTo>
                    <a:pt x="203200" y="0"/>
                  </a:moveTo>
                  <a:lnTo>
                    <a:pt x="812800" y="0"/>
                  </a:lnTo>
                  <a:lnTo>
                    <a:pt x="609600" y="2726265"/>
                  </a:lnTo>
                  <a:lnTo>
                    <a:pt x="0" y="272626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9999">
                <a:alpha val="8274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2764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08212" y="0"/>
            <a:ext cx="3066933" cy="10287000"/>
            <a:chOff x="0" y="0"/>
            <a:chExt cx="812800" cy="27262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26265"/>
            </a:xfrm>
            <a:custGeom>
              <a:avLst/>
              <a:gdLst/>
              <a:ahLst/>
              <a:cxnLst/>
              <a:rect l="l" t="t" r="r" b="b"/>
              <a:pathLst>
                <a:path w="812800" h="2726265">
                  <a:moveTo>
                    <a:pt x="203200" y="0"/>
                  </a:moveTo>
                  <a:lnTo>
                    <a:pt x="812800" y="0"/>
                  </a:lnTo>
                  <a:lnTo>
                    <a:pt x="609600" y="2726265"/>
                  </a:lnTo>
                  <a:lnTo>
                    <a:pt x="0" y="272626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9999">
                <a:alpha val="82745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2764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486400" y="6722503"/>
            <a:ext cx="7315200" cy="3564497"/>
          </a:xfrm>
          <a:custGeom>
            <a:avLst/>
            <a:gdLst/>
            <a:ahLst/>
            <a:cxnLst/>
            <a:rect l="l" t="t" r="r" b="b"/>
            <a:pathLst>
              <a:path w="7315200" h="3564497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60824">
            <a:off x="8628908" y="1495330"/>
            <a:ext cx="4122287" cy="4122287"/>
          </a:xfrm>
          <a:custGeom>
            <a:avLst/>
            <a:gdLst/>
            <a:ahLst/>
            <a:cxnLst/>
            <a:rect l="l" t="t" r="r" b="b"/>
            <a:pathLst>
              <a:path w="4122287" h="4122287">
                <a:moveTo>
                  <a:pt x="0" y="0"/>
                </a:moveTo>
                <a:lnTo>
                  <a:pt x="4122287" y="0"/>
                </a:lnTo>
                <a:lnTo>
                  <a:pt x="4122287" y="4122287"/>
                </a:lnTo>
                <a:lnTo>
                  <a:pt x="0" y="4122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02127" y="-171450"/>
            <a:ext cx="568374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Forge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0" y="5781186"/>
            <a:ext cx="684237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Симулятор кузнеца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232959"/>
            <a:ext cx="18288000" cy="298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291" lvl="1" indent="-369145" algn="l">
              <a:lnSpc>
                <a:spcPts val="4787"/>
              </a:lnSpc>
              <a:buAutoNum type="arabicPeriod"/>
            </a:pPr>
            <a:r>
              <a:rPr lang="en-US" sz="34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Покупка в магазине или отправка героев в экспедиции.</a:t>
            </a:r>
          </a:p>
          <a:p>
            <a:pPr marL="738291" lvl="1" indent="-369145" algn="l">
              <a:lnSpc>
                <a:spcPts val="4787"/>
              </a:lnSpc>
              <a:buAutoNum type="arabicPeriod"/>
            </a:pPr>
            <a:r>
              <a:rPr lang="en-US" sz="34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Сборка меча из 3 компонентов (лезвие, гарда, рукоять).</a:t>
            </a:r>
          </a:p>
          <a:p>
            <a:pPr marL="738291" lvl="1" indent="-369145" algn="l">
              <a:lnSpc>
                <a:spcPts val="4787"/>
              </a:lnSpc>
              <a:buAutoNum type="arabicPeriod"/>
            </a:pPr>
            <a:r>
              <a:rPr lang="en-US" sz="34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Продажа созданных мечей на Аукционе или Гильдии.</a:t>
            </a:r>
          </a:p>
          <a:p>
            <a:pPr marL="738291" lvl="1" indent="-369145" algn="l">
              <a:lnSpc>
                <a:spcPts val="4787"/>
              </a:lnSpc>
              <a:buAutoNum type="arabicPeriod"/>
            </a:pPr>
            <a:r>
              <a:rPr lang="en-US" sz="34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Накопление золота и повышение уровня кузни для работы с редкими металлами.</a:t>
            </a:r>
          </a:p>
          <a:p>
            <a:pPr algn="ctr">
              <a:lnSpc>
                <a:spcPts val="4787"/>
              </a:lnSpc>
            </a:pPr>
            <a:endParaRPr lang="en-US" sz="341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754466" y="8152504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82864" y="740671"/>
            <a:ext cx="1032227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Процесс проекта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862407" y="443626"/>
            <a:ext cx="1209419" cy="120941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442429" y="8357313"/>
            <a:ext cx="2000495" cy="200049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5321" y="690232"/>
            <a:ext cx="1925626" cy="19256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63095" y="7217039"/>
            <a:ext cx="2097825" cy="209782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3236" b="23236"/>
          <a:stretch>
            <a:fillRect/>
          </a:stretch>
        </p:blipFill>
        <p:spPr>
          <a:xfrm>
            <a:off x="13490365" y="5144664"/>
            <a:ext cx="2032167" cy="193376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96741" y="501089"/>
            <a:ext cx="1329451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Ключевые механики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8610" y="3814043"/>
            <a:ext cx="11508804" cy="5040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5"/>
              </a:lnSpc>
            </a:pP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Встроенная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система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вероятностей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Меч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может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получиться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как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бракованным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так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и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Шедевром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(+50% к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цене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  <a:p>
            <a:pPr algn="ctr">
              <a:lnSpc>
                <a:spcPts val="4385"/>
              </a:lnSpc>
            </a:pPr>
            <a:endParaRPr lang="en-US" sz="313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385"/>
              </a:lnSpc>
            </a:pP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Казино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Экспедиции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), 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шанс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получить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Легендарные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материалы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либо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остаться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в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долгах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31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4385"/>
              </a:lnSpc>
            </a:pPr>
            <a:endParaRPr lang="en-US" sz="313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385"/>
              </a:lnSpc>
            </a:pP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Система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уровней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Ограничение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на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использование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мощных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материалов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для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новичков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31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4385"/>
              </a:lnSpc>
            </a:pPr>
            <a:endParaRPr lang="en-US" sz="3132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8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61209" y="590933"/>
            <a:ext cx="1036558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Стек Технологий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98644" y="4491975"/>
            <a:ext cx="12090711" cy="3222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sz="3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Backend: Python + Flask.</a:t>
            </a:r>
          </a:p>
          <a:p>
            <a:pPr algn="ctr">
              <a:lnSpc>
                <a:spcPts val="5154"/>
              </a:lnSpc>
            </a:pPr>
            <a:r>
              <a:rPr lang="en-US" sz="3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База Данных: SQLite 3.</a:t>
            </a:r>
          </a:p>
          <a:p>
            <a:pPr algn="ctr">
              <a:lnSpc>
                <a:spcPts val="5154"/>
              </a:lnSpc>
            </a:pPr>
            <a:r>
              <a:rPr lang="en-US" sz="3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Frontend: HTML, CSS, JavaScript.</a:t>
            </a:r>
          </a:p>
          <a:p>
            <a:pPr algn="ctr">
              <a:lnSpc>
                <a:spcPts val="5154"/>
              </a:lnSpc>
            </a:pPr>
            <a:r>
              <a:rPr lang="en-US" sz="3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Инфраструктура: Docker (контейнеризация проекта).</a:t>
            </a:r>
          </a:p>
          <a:p>
            <a:pPr algn="ctr">
              <a:lnSpc>
                <a:spcPts val="5154"/>
              </a:lnSpc>
            </a:pPr>
            <a:endParaRPr lang="en-US" sz="368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153073" y="7289556"/>
            <a:ext cx="12033697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Forge</dc:title>
  <cp:revision>6</cp:revision>
  <dcterms:created xsi:type="dcterms:W3CDTF">2006-08-16T00:00:00Z</dcterms:created>
  <dcterms:modified xsi:type="dcterms:W3CDTF">2026-07-14T11:04:16Z</dcterms:modified>
  <dc:identifier>DAHPVc8Pklc</dc:identifier>
</cp:coreProperties>
</file>